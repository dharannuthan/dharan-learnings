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56" r:id="rId1"/>
  </p:sldMasterIdLst>
  <p:sldIdLst>
    <p:sldId id="257" r:id="rId2"/>
    <p:sldId id="258" r:id="rId3"/>
    <p:sldId id="260" r:id="rId4"/>
    <p:sldId id="261" r:id="rId5"/>
    <p:sldId id="262" r:id="rId6"/>
    <p:sldId id="264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47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208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275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728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887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95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2329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509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22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226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0733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7942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7766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773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9282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55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F7396-B7B8-467C-930C-C0F161403C63}" type="datetimeFigureOut">
              <a:rPr lang="en-IN" smtClean="0"/>
              <a:t>05-11-2022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6B98D8C-AE3E-42BA-939C-1047EC01A30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74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7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265" r:id="rId9"/>
    <p:sldLayoutId id="2147484266" r:id="rId10"/>
    <p:sldLayoutId id="2147484267" r:id="rId11"/>
    <p:sldLayoutId id="2147484268" r:id="rId12"/>
    <p:sldLayoutId id="2147484269" r:id="rId13"/>
    <p:sldLayoutId id="2147484270" r:id="rId14"/>
    <p:sldLayoutId id="2147484271" r:id="rId15"/>
    <p:sldLayoutId id="214748427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talbusinessgrow.com/what-is-gcp-devops-why-should-businesses-take-advantage-of-it/#Wondering_how_GCP_DevOps_can_benefit_your_business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DevOps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Development and 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My Topics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59" y="2518912"/>
            <a:ext cx="7981072" cy="34440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491" y="4696337"/>
            <a:ext cx="2682815" cy="47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2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05" y="533318"/>
            <a:ext cx="8148577" cy="49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5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 Admin Tools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Linux</a:t>
            </a:r>
            <a:endParaRPr lang="en-IN" dirty="0"/>
          </a:p>
          <a:p>
            <a:r>
              <a:rPr lang="en-US" dirty="0"/>
              <a:t>A lot of people now think of the </a:t>
            </a:r>
            <a:r>
              <a:rPr lang="en-US" b="1" dirty="0"/>
              <a:t>technical term</a:t>
            </a:r>
            <a:r>
              <a:rPr lang="en-US" dirty="0"/>
              <a:t> “DevOps” as just a catch-all for those tasks which create infrastructure, build software, and get it running in production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Mainly used Tool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Need to learn commands</a:t>
            </a:r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Unix </a:t>
            </a:r>
          </a:p>
          <a:p>
            <a:r>
              <a:rPr lang="en-US" dirty="0" smtClean="0"/>
              <a:t>Secondary Tool same as per Linux commands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561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 code management(SCM)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3 tools for store a data code of a project</a:t>
            </a:r>
          </a:p>
          <a:p>
            <a:r>
              <a:rPr lang="en-US" dirty="0" smtClean="0"/>
              <a:t>Git /Bit Bucket/Git Lab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Need to learn about Git </a:t>
            </a:r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Mainly all are preferred Git Tool </a:t>
            </a:r>
          </a:p>
          <a:p>
            <a:r>
              <a:rPr lang="en-US" dirty="0"/>
              <a:t>Tracking the changes and updates. We are able to see who made which changes. Git also provides when and why a change was made.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4392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Built Tool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2 Tools to built an application</a:t>
            </a:r>
          </a:p>
          <a:p>
            <a:r>
              <a:rPr lang="en-US" dirty="0" smtClean="0"/>
              <a:t>Maven/Gradle</a:t>
            </a:r>
          </a:p>
          <a:p>
            <a:r>
              <a:rPr lang="en-US" dirty="0" smtClean="0"/>
              <a:t>Artifactory Tool 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Need to learn on Maven Tool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java build tool provided by Apache to help in the build, documentation and dependency process of projects with any level of complexity written in Java and C# that uses Project Object Model (POM</a:t>
            </a:r>
            <a:r>
              <a:rPr lang="en-US" dirty="0" smtClean="0"/>
              <a:t>)</a:t>
            </a:r>
          </a:p>
          <a:p>
            <a:r>
              <a:rPr lang="en-US" dirty="0" smtClean="0"/>
              <a:t>Mostly all are used maven tool for a built Application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304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of Maven Tool</a:t>
            </a:r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9134" b="19134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Mostly all are used maven tool for a built Application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465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integration Tool (CI)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Jenkins is mostly used tool to deploy the build (Need to learn)</a:t>
            </a:r>
            <a:endParaRPr lang="en-US" dirty="0"/>
          </a:p>
          <a:p>
            <a:r>
              <a:rPr lang="en-US" dirty="0"/>
              <a:t>1. Lowers the Effort of Converting CLI to GUI Everybody loves one-button click philosophy, both users and engineers. ...</a:t>
            </a:r>
          </a:p>
          <a:p>
            <a:r>
              <a:rPr lang="en-US" dirty="0"/>
              <a:t>2. The Pipeline Integrates Individual Jobs for a Bigger Purpose Imagine that individual Jenkins jobs are small tools. ...</a:t>
            </a:r>
          </a:p>
          <a:p>
            <a:r>
              <a:rPr lang="en-US" dirty="0"/>
              <a:t>3. Keeps People in Sync, Especially in Slack ...</a:t>
            </a:r>
          </a:p>
          <a:p>
            <a:r>
              <a:rPr lang="en-US" dirty="0"/>
              <a:t>4. Auditing the Previous Run Is Possible and Effortless ...</a:t>
            </a:r>
          </a:p>
          <a:p>
            <a:r>
              <a:rPr lang="en-US" dirty="0"/>
              <a:t>5. Project Management Now Has More Accurate Data Support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561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61" y="625033"/>
            <a:ext cx="875046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3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servers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Apache</a:t>
            </a:r>
          </a:p>
          <a:p>
            <a:r>
              <a:rPr lang="en-US" dirty="0" smtClean="0"/>
              <a:t>Ngnix</a:t>
            </a:r>
          </a:p>
          <a:p>
            <a:r>
              <a:rPr lang="en-US" dirty="0" smtClean="0"/>
              <a:t>Tomcat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Need to learn Apache Server</a:t>
            </a:r>
            <a:endParaRPr lang="en-IN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0779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Apache server</a:t>
            </a:r>
            <a:endParaRPr lang="en-IN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192" y="1702262"/>
            <a:ext cx="8849810" cy="290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10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Base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Structure Query language (SQL)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My SQL</a:t>
            </a:r>
          </a:p>
          <a:p>
            <a:r>
              <a:rPr lang="en-US" dirty="0" smtClean="0"/>
              <a:t>Postgres SQL</a:t>
            </a:r>
            <a:endParaRPr lang="en-IN" dirty="0"/>
          </a:p>
          <a:p>
            <a:r>
              <a:rPr lang="en-US" dirty="0" smtClean="0"/>
              <a:t>MS SQL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Need to learn on Postgres sql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No </a:t>
            </a:r>
            <a:r>
              <a:rPr lang="en-US" dirty="0" smtClean="0"/>
              <a:t>Structure </a:t>
            </a:r>
            <a:r>
              <a:rPr lang="en-US" dirty="0" smtClean="0"/>
              <a:t>Query language (No </a:t>
            </a:r>
            <a:r>
              <a:rPr lang="en-US" dirty="0" smtClean="0"/>
              <a:t>SQL)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Mongo DB</a:t>
            </a:r>
          </a:p>
          <a:p>
            <a:r>
              <a:rPr lang="en-US" dirty="0" smtClean="0"/>
              <a:t>Cossindra</a:t>
            </a:r>
          </a:p>
          <a:p>
            <a:r>
              <a:rPr lang="en-US" dirty="0" smtClean="0"/>
              <a:t>Dynamo DB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Need to learn on Mongo DB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30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Cloud Tools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AWS(Amazon Web Service)</a:t>
            </a:r>
          </a:p>
          <a:p>
            <a:r>
              <a:rPr lang="en-US" dirty="0" smtClean="0"/>
              <a:t>AZURE</a:t>
            </a:r>
          </a:p>
          <a:p>
            <a:r>
              <a:rPr lang="en-US" dirty="0" smtClean="0"/>
              <a:t>GCP(Google Cloud Platform)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Need to learn on GCP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hlinkClick r:id="rId2" tooltip="Wondering how GCP DevOps can benefit your business?"/>
              </a:rPr>
              <a:t>Wondering how GCP devops can benefit your business?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What is gcp devops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?</a:t>
            </a:r>
            <a:endParaRPr lang="en-US" sz="28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US" sz="2800" dirty="0" smtClean="0"/>
              <a:t>Google </a:t>
            </a:r>
            <a:r>
              <a:rPr lang="en-US" sz="2800" dirty="0"/>
              <a:t>offers a collection of cloud computing services called Google Cloud Platform. It covers services for application development, computes, and storage. Google cloud developed products like machine learning, analytics, and big data.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56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Configuration Tools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Ansible (Ansible</a:t>
            </a:r>
            <a:r>
              <a:rPr lang="en-US" dirty="0"/>
              <a:t>, the most popular and well-known technology, allows developers to avoid repetitive tasks and strategize things</a:t>
            </a:r>
            <a:r>
              <a:rPr lang="en-US" dirty="0" smtClean="0"/>
              <a:t>.)</a:t>
            </a:r>
          </a:p>
          <a:p>
            <a:r>
              <a:rPr lang="en-US" dirty="0" smtClean="0"/>
              <a:t>Puppet</a:t>
            </a:r>
          </a:p>
          <a:p>
            <a:r>
              <a:rPr lang="en-US" dirty="0" smtClean="0"/>
              <a:t>Chef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Need to Learn on Ansible tool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672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Container Tool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Docker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This tool is used to make infrastructure by using this tool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Need to learn on Docker Tool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350491"/>
            <a:ext cx="4778154" cy="18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42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</a:t>
            </a:r>
            <a:r>
              <a:rPr lang="en-US" b="1" dirty="0" smtClean="0"/>
              <a:t>iner Archestars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Kuberenetes</a:t>
            </a:r>
            <a:endParaRPr lang="en-US" dirty="0"/>
          </a:p>
          <a:p>
            <a:r>
              <a:rPr lang="en-US" dirty="0" smtClean="0"/>
              <a:t>Open shift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Need to learn on kubernetes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29" y="2958861"/>
            <a:ext cx="5498833" cy="202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7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Monitoring Tool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Gafana</a:t>
            </a:r>
          </a:p>
          <a:p>
            <a:r>
              <a:rPr lang="en-US" dirty="0" smtClean="0"/>
              <a:t>Data Dog</a:t>
            </a:r>
          </a:p>
          <a:p>
            <a:r>
              <a:rPr lang="en-US" dirty="0" smtClean="0"/>
              <a:t>Nagios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Need to learn on Gafana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260784"/>
            <a:ext cx="5464416" cy="192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854014"/>
            <a:ext cx="8596668" cy="2855344"/>
          </a:xfrm>
        </p:spPr>
        <p:txBody>
          <a:bodyPr>
            <a:normAutofit/>
          </a:bodyPr>
          <a:lstStyle/>
          <a:p>
            <a:r>
              <a:rPr lang="en-US" sz="4800" dirty="0" smtClean="0">
                <a:latin typeface="Algerian" panose="04020705040A02060702" pitchFamily="82" charset="0"/>
              </a:rPr>
              <a:t>                </a:t>
            </a:r>
            <a:br>
              <a:rPr lang="en-US" sz="4800" dirty="0" smtClean="0">
                <a:latin typeface="Algerian" panose="04020705040A02060702" pitchFamily="82" charset="0"/>
              </a:rPr>
            </a:b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smtClean="0">
                <a:latin typeface="Algerian" panose="04020705040A02060702" pitchFamily="82" charset="0"/>
              </a:rPr>
              <a:t>               </a:t>
            </a:r>
            <a:br>
              <a:rPr lang="en-US" sz="4800" dirty="0" smtClean="0">
                <a:latin typeface="Algerian" panose="04020705040A02060702" pitchFamily="82" charset="0"/>
              </a:rPr>
            </a:b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smtClean="0">
                <a:latin typeface="Algerian" panose="04020705040A02060702" pitchFamily="82" charset="0"/>
              </a:rPr>
              <a:t>                 THANK YOU</a:t>
            </a:r>
            <a:endParaRPr lang="en-IN" sz="4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33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1854</TotalTime>
  <Words>451</Words>
  <Application>Microsoft Office PowerPoint</Application>
  <PresentationFormat>Widescreen</PresentationFormat>
  <Paragraphs>122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Algerian</vt:lpstr>
      <vt:lpstr>Arial</vt:lpstr>
      <vt:lpstr>Trebuchet MS</vt:lpstr>
      <vt:lpstr>Wingdings 3</vt:lpstr>
      <vt:lpstr>Facet</vt:lpstr>
      <vt:lpstr>DevOps Development and Operations</vt:lpstr>
      <vt:lpstr>PowerPoint Presentation</vt:lpstr>
      <vt:lpstr>Server Admin Tools</vt:lpstr>
      <vt:lpstr>Source code management(SCM)</vt:lpstr>
      <vt:lpstr>Built Tool</vt:lpstr>
      <vt:lpstr>Scope of Maven Tool</vt:lpstr>
      <vt:lpstr>Continuous integration Tool (CI)</vt:lpstr>
      <vt:lpstr>PowerPoint Presentation</vt:lpstr>
      <vt:lpstr>Web servers</vt:lpstr>
      <vt:lpstr>Apache server</vt:lpstr>
      <vt:lpstr>Data Base</vt:lpstr>
      <vt:lpstr>Cloud Tools</vt:lpstr>
      <vt:lpstr>Configuration Tools</vt:lpstr>
      <vt:lpstr>Container Tool</vt:lpstr>
      <vt:lpstr>Container Archestars</vt:lpstr>
      <vt:lpstr>Monitoring Tool</vt:lpstr>
      <vt:lpstr>                                                    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Microsoft account</dc:creator>
  <cp:lastModifiedBy>Microsoft account</cp:lastModifiedBy>
  <cp:revision>45</cp:revision>
  <dcterms:created xsi:type="dcterms:W3CDTF">2022-10-30T14:50:05Z</dcterms:created>
  <dcterms:modified xsi:type="dcterms:W3CDTF">2022-11-05T12:30:39Z</dcterms:modified>
</cp:coreProperties>
</file>